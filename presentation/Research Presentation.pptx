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02" y="18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2373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411480"/>
            <a:ext cx="5852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 Function Design for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Reinforcement Learning-Based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Rocket Landing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256032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Ayo-Oluwa Sodipe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State University  |  CSC 4810 — Artificial Intelligence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Presentation  |  April 2026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asodipe1@student.gsu.edu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92240" y="365760"/>
            <a:ext cx="2377440" cy="2377440"/>
          </a:xfrm>
          <a:prstGeom prst="ellipse">
            <a:avLst/>
          </a:prstGeom>
          <a:solidFill>
            <a:srgbClr val="1A2D44"/>
          </a:solidFill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06640" y="914400"/>
            <a:ext cx="502920" cy="14630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79208" y="640080"/>
            <a:ext cx="54864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424928" y="2359152"/>
            <a:ext cx="41148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79792" y="2651760"/>
            <a:ext cx="274320" cy="32004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4810 — Artificial Intelligence | Georgia State University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126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reward function design matter for rocket landing?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D44"/>
          </a:solidFill>
          <a:ln w="12700">
            <a:solidFill>
              <a:srgbClr val="1A2D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Ayo-Oluwa Sodipe  |  CSC 4810 — AI  |  Georgia State University  |  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2697480" cy="54864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18872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Real-World Stakes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499616"/>
            <a:ext cx="24780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SpaceX, Blue Origin, and RocketLab depend on reliable autonomous landing. Failure is catastrophic and costly — no room for trial and error.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18688" y="109728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18688" y="1097280"/>
            <a:ext cx="26974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28416" y="118872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RL as a Solution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28416" y="1499616"/>
            <a:ext cx="24780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can discover control policies without explicit models, but only if the reward provides a usable learning signal.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63056" y="1097280"/>
            <a:ext cx="2697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63056" y="1097280"/>
            <a:ext cx="269748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72784" y="118872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❓  The Open Question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72784" y="1499616"/>
            <a:ext cx="24780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can a simple reward function achieve? Most prior work relies on multi-stage rewards, imitation learning, or expert trajectories.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2697480"/>
            <a:ext cx="8595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2697480"/>
            <a:ext cx="54864" cy="6400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272491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Research Question: Can a PPO agent learn stable rocket landing using only simple, dense reward signals — without multi-stage rewards, imitation learning, or guidance policies?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3520440"/>
            <a:ext cx="19659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520440"/>
            <a:ext cx="196596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359359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~97%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274320" y="42336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success rate (Su et al.)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32304" y="3520440"/>
            <a:ext cx="19659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432304" y="3520440"/>
            <a:ext cx="19659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432304" y="359359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0%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2432304" y="42336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reward baseline (this work)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90288" y="3520440"/>
            <a:ext cx="19659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90288" y="3520440"/>
            <a:ext cx="196596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90288" y="359359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100K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4590288" y="42336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training timesteps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48272" y="3520440"/>
            <a:ext cx="19659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748272" y="3520440"/>
            <a:ext cx="19659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748272" y="3593592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3800" dirty="0"/>
          </a:p>
        </p:txBody>
      </p:sp>
      <p:sp>
        <p:nvSpPr>
          <p:cNvPr id="38" name="Text 36"/>
          <p:cNvSpPr/>
          <p:nvPr/>
        </p:nvSpPr>
        <p:spPr>
          <a:xfrm>
            <a:off x="6748272" y="42336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episodes / model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Related Work &amp; Research Gap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126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prior work done — and what remains unanswered?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D44"/>
          </a:solidFill>
          <a:ln w="12700">
            <a:solidFill>
              <a:srgbClr val="1A2D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Ayo-Oluwa Sodipe  |  CSC 4810 — AI  |  Georgia State University  |  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50292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1155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 Work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1508760"/>
            <a:ext cx="54864" cy="5486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150876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Su et al. (2022)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17373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reward + imitation learning → 3-DOF pinpoint landing with PPO; fuel-optimal trajectories.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2240280"/>
            <a:ext cx="54864" cy="5486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224028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Jiang et al. (2024)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24688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Annealing Jump Start (RAJS) overcomes sparse rewards; 8% → 97% success on high-fidelity model.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2971800"/>
            <a:ext cx="54864" cy="5486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297180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Souza et al. (2022)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32004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PPO achieves stable convergence in continuous control tasks where DDPG struggles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32120" y="1051560"/>
            <a:ext cx="3337560" cy="2743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532120" y="1051560"/>
            <a:ext cx="33375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23560" y="11155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Gap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23560" y="1508760"/>
            <a:ext cx="31546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requires complex reward engineering (20+ components)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Imitation learning needs expert trajectory data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curricula add implementation overhead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of simple dense rewards remain untested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for minimal-reward PPO baselines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931920"/>
            <a:ext cx="8595360" cy="5486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3959352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This project: isolate simple reward design as an independent variable to measure its ceiling effect on PPO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 &amp; Simulation Setup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126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Gymnasium environment for 2D vertical rocket landing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D44"/>
          </a:solidFill>
          <a:ln w="12700">
            <a:solidFill>
              <a:srgbClr val="1A2D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Ayo-Oluwa Sodipe  |  CSC 4810 — AI  |  Georgia State University  |  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6032" y="1051560"/>
            <a:ext cx="26060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051560"/>
            <a:ext cx="260604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1247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Space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39903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[x, y, vx, vy]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pos, vertical pos,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vel, vertical vel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2377440"/>
            <a:ext cx="26060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" y="2377440"/>
            <a:ext cx="260604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24505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 Space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272491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thrust ∈ [0, 1]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thruster (vertical)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attitude control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20" y="1051560"/>
            <a:ext cx="26060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017520" y="1051560"/>
            <a:ext cx="260604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08960" y="11247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08960" y="139903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Gravity: −9.8 m/s²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ends on ground contact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drag or wind modeled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17520" y="2377440"/>
            <a:ext cx="26060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017520" y="2377440"/>
            <a:ext cx="2606040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08960" y="24505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 Conditions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08960" y="2724912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x₀ ∈ [−10, 10] (uniform)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y₀ ∈ [50, 100] (uniform)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initial velocity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1005840"/>
            <a:ext cx="2971800" cy="3383280"/>
          </a:xfrm>
          <a:prstGeom prst="rect">
            <a:avLst/>
          </a:prstGeom>
          <a:solidFill>
            <a:srgbClr val="0D1B2A"/>
          </a:solidFill>
          <a:ln w="6350">
            <a:solidFill>
              <a:srgbClr val="1A2D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0" y="10515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Diagram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4069080"/>
            <a:ext cx="2788920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46620" y="39136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55180" y="4160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00800" y="1508760"/>
            <a:ext cx="16459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00800" y="1965960"/>
            <a:ext cx="164592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589520" y="1371600"/>
            <a:ext cx="16459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589520" y="1828800"/>
            <a:ext cx="164592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138160" y="1645920"/>
            <a:ext cx="16459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138160" y="2103120"/>
            <a:ext cx="164592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83096" y="2057400"/>
            <a:ext cx="1417320" cy="1691640"/>
          </a:xfrm>
          <a:prstGeom prst="line">
            <a:avLst/>
          </a:prstGeom>
          <a:noFill/>
          <a:ln w="1905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671816" y="1920240"/>
            <a:ext cx="0" cy="1828800"/>
          </a:xfrm>
          <a:prstGeom prst="line">
            <a:avLst/>
          </a:prstGeom>
          <a:noFill/>
          <a:ln w="19050">
            <a:solidFill>
              <a:srgbClr val="B0C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89320" y="12801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∈ [50,100]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17920" y="42793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∈ [−10, 10]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56032" y="4434840"/>
            <a:ext cx="8631936" cy="475488"/>
          </a:xfrm>
          <a:prstGeom prst="rect">
            <a:avLst/>
          </a:prstGeom>
          <a:solidFill>
            <a:srgbClr val="1A2D44"/>
          </a:solidFill>
          <a:ln w="12700">
            <a:solidFill>
              <a:srgbClr val="1A2D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1480" y="446227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simplified vs. prior work — no attitude, drag, or mass variation — to isolate reward design as the sole variable.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126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agent trained via Stable-Baselines3 with MLP policy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D44"/>
          </a:solidFill>
          <a:ln w="12700">
            <a:solidFill>
              <a:srgbClr val="1A2D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Ayo-Oluwa Sodipe  |  CSC 4810 — AI  |  Georgia State University  |  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6032" y="1097280"/>
            <a:ext cx="52120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161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161288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Policy Optimization (PPO)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1554480"/>
            <a:ext cx="5212080" cy="402336"/>
          </a:xfrm>
          <a:prstGeom prst="rect">
            <a:avLst/>
          </a:prstGeom>
          <a:solidFill>
            <a:srgbClr val="F4F7FB"/>
          </a:solidFill>
          <a:ln w="381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16184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1618488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Stable-Baselines3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2011680"/>
            <a:ext cx="52120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" y="20756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075688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Perceptron (MLP)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468880"/>
            <a:ext cx="5212080" cy="402336"/>
          </a:xfrm>
          <a:prstGeom prst="rect">
            <a:avLst/>
          </a:prstGeom>
          <a:solidFill>
            <a:srgbClr val="F4F7FB"/>
          </a:solidFill>
          <a:ln w="381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25328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(State)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2532888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[x, y, vx, vy]  — 4-dimensional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926080"/>
            <a:ext cx="52120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7472" y="2990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(Action)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2990088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thrust ∈ [0, 1]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3383280"/>
            <a:ext cx="5212080" cy="402336"/>
          </a:xfrm>
          <a:prstGeom prst="rect">
            <a:avLst/>
          </a:prstGeom>
          <a:solidFill>
            <a:srgbClr val="F4F7FB"/>
          </a:solidFill>
          <a:ln w="381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7472" y="34472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Budget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3447288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timesteps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3840480"/>
            <a:ext cx="52120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39044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11680" y="3904488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episodes per model variant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0" y="1051560"/>
            <a:ext cx="3246120" cy="3479292"/>
          </a:xfrm>
          <a:prstGeom prst="rect">
            <a:avLst/>
          </a:prstGeom>
          <a:solidFill>
            <a:srgbClr val="0D1B2A"/>
          </a:solidFill>
          <a:ln w="6350">
            <a:solidFill>
              <a:srgbClr val="1A2D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69280" y="11247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PPO Training Loop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1508760"/>
            <a:ext cx="2331720" cy="621792"/>
          </a:xfrm>
          <a:prstGeom prst="rect">
            <a:avLst/>
          </a:prstGeom>
          <a:solidFill>
            <a:srgbClr val="1A2D44"/>
          </a:solidFill>
          <a:ln w="6350">
            <a:solidFill>
              <a:srgbClr val="5A7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72200" y="157276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[x, y, vx, vy]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92340" y="2130552"/>
            <a:ext cx="0" cy="228600"/>
          </a:xfrm>
          <a:prstGeom prst="line">
            <a:avLst/>
          </a:prstGeom>
          <a:noFill/>
          <a:ln w="12700">
            <a:solidFill>
              <a:srgbClr val="5A7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126480" y="2286000"/>
            <a:ext cx="2331720" cy="621792"/>
          </a:xfrm>
          <a:prstGeom prst="rect">
            <a:avLst/>
          </a:prstGeom>
          <a:solidFill>
            <a:srgbClr val="00C8FF"/>
          </a:solidFill>
          <a:ln w="6350">
            <a:solidFill>
              <a:srgbClr val="5A7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172200" y="235000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Agent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Policy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92340" y="2907792"/>
            <a:ext cx="0" cy="228600"/>
          </a:xfrm>
          <a:prstGeom prst="line">
            <a:avLst/>
          </a:prstGeom>
          <a:noFill/>
          <a:ln w="12700">
            <a:solidFill>
              <a:srgbClr val="5A7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126480" y="3063240"/>
            <a:ext cx="2331720" cy="621792"/>
          </a:xfrm>
          <a:prstGeom prst="rect">
            <a:avLst/>
          </a:prstGeom>
          <a:solidFill>
            <a:srgbClr val="1A2D44"/>
          </a:solidFill>
          <a:ln w="6350">
            <a:solidFill>
              <a:srgbClr val="5A7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172200" y="312724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292340" y="3685032"/>
            <a:ext cx="0" cy="228600"/>
          </a:xfrm>
          <a:prstGeom prst="line">
            <a:avLst/>
          </a:prstGeom>
          <a:noFill/>
          <a:ln w="12700">
            <a:solidFill>
              <a:srgbClr val="5A7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126480" y="3840480"/>
            <a:ext cx="2331720" cy="621792"/>
          </a:xfrm>
          <a:prstGeom prst="rect">
            <a:avLst/>
          </a:prstGeom>
          <a:solidFill>
            <a:srgbClr val="1A2D44"/>
          </a:solidFill>
          <a:ln w="6350">
            <a:solidFill>
              <a:srgbClr val="5A7A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172200" y="390448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Update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(Clipped Objective)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56032" y="4434840"/>
            <a:ext cx="5212080" cy="475488"/>
          </a:xfrm>
          <a:prstGeom prst="rect">
            <a:avLst/>
          </a:prstGeom>
          <a:solidFill>
            <a:srgbClr val="1A2D44"/>
          </a:solidFill>
          <a:ln w="12700">
            <a:solidFill>
              <a:srgbClr val="1A2D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47472" y="446227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chosen for: stable on-policy updates, no need for replay buffer, handles continuous action spaces efficiently.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 Function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126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contribution — three progressively richer reward formulations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D44"/>
          </a:solidFill>
          <a:ln w="12700">
            <a:solidFill>
              <a:srgbClr val="1A2D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Ayo-Oluwa Sodipe  |  CSC 4810 — AI  |  Georgia State University  |  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6032" y="1051560"/>
            <a:ext cx="2788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051560"/>
            <a:ext cx="278892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457200" cy="4572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2344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1216152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 penalty only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1737360"/>
            <a:ext cx="260604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3192" y="1801368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 = −distance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2624328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penalize Euclidean distance from landing pad at every step. Pure position signal; no velocity awareness.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27832" y="1051560"/>
            <a:ext cx="2788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27832" y="1051560"/>
            <a:ext cx="278892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37560" y="118872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37560" y="12344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67912" y="1216152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Vertical velocity penalty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19272" y="1737360"/>
            <a:ext cx="260604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64992" y="1801368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 = −distance − 0.5|vy|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9272" y="2624328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vertical velocity penalty. Agent should learn to reduce descent speed approaching ground; smoother landing trajectory.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9272" y="40233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+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99632" y="1051560"/>
            <a:ext cx="2788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99632" y="1051560"/>
            <a:ext cx="27889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309360" y="118872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09360" y="12344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39712" y="1216152"/>
            <a:ext cx="2039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Horizontal position &amp; velocity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91072" y="1737360"/>
            <a:ext cx="260604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36792" y="1801368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 = −dist − 0.5|vy|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− 0.3|x| − 0.2|vx|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91072" y="2624328"/>
            <a:ext cx="2606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signal: add horizontal position and velocity penalties. Agent should converge both position axes and maintain low lateral speed.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91072" y="40233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+ V2 +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" y="4453128"/>
            <a:ext cx="8631936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6032" y="4453128"/>
            <a:ext cx="54864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44805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philosophy: each version adds one signal — enabling ablation-style analysis of which penalty terms drive (or fail to drive) convergence.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126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reward over 20 episodes — all three reward variants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D44"/>
          </a:solidFill>
          <a:ln w="12700">
            <a:solidFill>
              <a:srgbClr val="1A2D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Ayo-Oluwa Sodipe  |  CSC 4810 — AI  |  Georgia State University  |  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6032" y="1024128"/>
            <a:ext cx="1984248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024128"/>
            <a:ext cx="1984248" cy="457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1097280"/>
            <a:ext cx="198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−2095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56032" y="1737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Avg Reward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32304" y="1024128"/>
            <a:ext cx="1984248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32304" y="1024128"/>
            <a:ext cx="1984248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32304" y="1097280"/>
            <a:ext cx="198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−2536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2432304" y="1737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Avg Reward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08576" y="1024128"/>
            <a:ext cx="1984248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08576" y="1024128"/>
            <a:ext cx="1984248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08576" y="1097280"/>
            <a:ext cx="198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−2535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608576" y="1737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Avg Reward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84848" y="1024128"/>
            <a:ext cx="1984248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84848" y="1024128"/>
            <a:ext cx="1984248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84848" y="1097280"/>
            <a:ext cx="198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784848" y="1737360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(all)</a:t>
            </a:r>
            <a:endParaRPr lang="en-US" sz="10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2148840"/>
            <a:ext cx="2788920" cy="18288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256032" y="40233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reward = −dist</a:t>
            </a:r>
            <a:endParaRPr lang="en-US" sz="9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2148840"/>
            <a:ext cx="2788920" cy="18288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227832" y="40233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adds |vy| penalty</a:t>
            </a:r>
            <a:endParaRPr lang="en-US" sz="9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2148840"/>
            <a:ext cx="2788920" cy="18288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199632" y="40233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full signal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126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behavior — all versions fail to converge to landing pad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D44"/>
          </a:solidFill>
          <a:ln w="12700">
            <a:solidFill>
              <a:srgbClr val="1A2D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Ayo-Oluwa Sodipe  |  CSC 4810 — AI  |  Georgia State University  |  April 2026</a:t>
            </a:r>
            <a:endParaRPr lang="en-US" sz="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051560"/>
            <a:ext cx="2788920" cy="23774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56032" y="34747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Random descent, spreads across x-axis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1051560"/>
            <a:ext cx="2788920" cy="23774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27832" y="34747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Smoother vertical descent, horizontal still scattered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051560"/>
            <a:ext cx="2788920" cy="23774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99632" y="34747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More structured, but still misses target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263032" y="3692600"/>
            <a:ext cx="8631936" cy="970839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347472" y="365760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reduces reward variance — agent learns to brake vertically — but average reward drops (more timesteps to land)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adds horizontal corrections but reward shows no convergence trend; variance remains high across all 20 episodes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variant exhibits monotonic improvement; indicating absence of a learnable policy gradient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Problem: The Reward Signal Gap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09728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fundamentally failing?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069848"/>
            <a:ext cx="8631936" cy="594360"/>
          </a:xfrm>
          <a:prstGeom prst="rect">
            <a:avLst/>
          </a:prstGeom>
          <a:solidFill>
            <a:srgbClr val="1A2D44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152144"/>
            <a:ext cx="8339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model failure — it is a signal design failure.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receives a dense but non-directional signal — it knows how "bad" a state is, but cannot learn which actions reduce distance effectively.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1828800"/>
            <a:ext cx="2788920" cy="2286000"/>
          </a:xfrm>
          <a:prstGeom prst="rect">
            <a:avLst/>
          </a:prstGeom>
          <a:solidFill>
            <a:srgbClr val="1A2D44"/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" y="19202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" y="2423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Terminal Reward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2569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reward function penalizes every step equally. There is no positive signal for reaching the landing pad — the agent has no incentive to target (0,0) specifically.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27832" y="1828800"/>
            <a:ext cx="2788920" cy="2286000"/>
          </a:xfrm>
          <a:prstGeom prst="rect">
            <a:avLst/>
          </a:prstGeom>
          <a:solidFill>
            <a:srgbClr val="1A2D44"/>
          </a:solidFill>
          <a:ln w="1016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27832" y="19202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19272" y="2423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 Scale vs. Horizon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788920"/>
            <a:ext cx="2569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negative rewards (−2000 to −3500) accumulated over many steps overwhelm any per-step gradient. PPO's clipped objective cannot distinguish good from bad policies.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9632" y="1828800"/>
            <a:ext cx="2788920" cy="2286000"/>
          </a:xfrm>
          <a:prstGeom prst="rect">
            <a:avLst/>
          </a:prstGeom>
          <a:solidFill>
            <a:srgbClr val="1A2D44"/>
          </a:solidFill>
          <a:ln w="1016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99632" y="19202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91072" y="2423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Convergence Signal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788920"/>
            <a:ext cx="256946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Trajectories in V3 are more structured but reward does not trend upward. Additional penalty terms add signal complexity without providing a convergence gradient.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4224528"/>
            <a:ext cx="8631936" cy="621792"/>
          </a:xfrm>
          <a:prstGeom prst="rect">
            <a:avLst/>
          </a:prstGeom>
          <a:solidFill>
            <a:srgbClr val="2D0A0A"/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4279392"/>
            <a:ext cx="8321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Simple dense rewards alone are insufficient for PPO to learn rocket landing; a terminal bonus or curriculum is required for convergence.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Improvements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6126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next reward engineering steps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A2D44"/>
          </a:solidFill>
          <a:ln w="12700">
            <a:solidFill>
              <a:srgbClr val="1A2D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Ayo-Oluwa Sodipe  |  CSC 4810 — AI  |  Georgia State University  |  April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56032" y="1051560"/>
            <a:ext cx="41605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" y="1051560"/>
            <a:ext cx="54864" cy="14630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93192" y="1161288"/>
            <a:ext cx="502920" cy="5029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3192" y="11887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114300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Terminal Bonus / Sparse Component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" y="1691640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large positive reward (+500) for landing within a success radius. Creates a distinct optimization target — agent has explicit reason to reach (0,0). Directly addresses the missing goal signal.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1051560"/>
            <a:ext cx="41605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08576" y="1051560"/>
            <a:ext cx="54864" cy="1463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45736" y="1161288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45736" y="11887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0096" y="114300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Shaped Potential-Based Reward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45736" y="1691640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/>
              <a:t>Potential-based shaping (policy invariant)</a:t>
            </a:r>
            <a:endParaRPr lang="en-US" sz="1000" dirty="0">
              <a:solidFill>
                <a:srgbClr val="5A7A9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φ(s) = −γ⋅dist(s') + dist(s): Theoretically guaranteed to preserve optimal policy while providing richer gradient. No new hyperparameters required beyond discount factor.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651760"/>
            <a:ext cx="41605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6032" y="2651760"/>
            <a:ext cx="54864" cy="1463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93192" y="2761488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3192" y="27889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274320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Curriculum on Initial Conditions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" y="3291840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agent at y₀ ∈ [10, 20] (close to pad), gradually expand to y₀ ∈ [50, 100]. Reduces exploration horizon; agent first learns to land, then to land from height.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08576" y="2651760"/>
            <a:ext cx="41605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08576" y="2651760"/>
            <a:ext cx="54864" cy="1463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45736" y="2761488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45736" y="278892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40096" y="274320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Extended Training Budget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45736" y="3291840"/>
            <a:ext cx="3913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et al. trained for 400,000 episodes. This project used 100K timesteps. Extending to 500K–1M may allow gradient to emerge even from the current reward.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4453128"/>
            <a:ext cx="8631936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1480" y="44805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Implement terminal bonus (Improvement 01) first; highest expected delta, lowest implementation cost.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09728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reveals about simple reward design for PPO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051560"/>
            <a:ext cx="457200" cy="4572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" y="107899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106984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dense rewards change behavior but fail to induce goal-directed convergence; each version produced measurably different trajectory shapes, confirming reward shaping affects agent behavior even without success.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1764792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" y="179222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1783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velocity penalties (V2, V3) improved structure but hurt average reward; the agent spent more timesteps trying to land slowly, accumulating more negative steps without reaching the pad.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2478024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6032" y="25054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49631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convergence trend was observed in any variant over 20 evaluation episodes; reward plots remain highly variable, indicating the agent did not learn a stable policy.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3191256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6032" y="32186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0954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with 100K timesteps is insufficient for this task under simple rewards; consistent with prior work showing that rocket landing requires millions of steps and engineered reward structure.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3904488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6032" y="39319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22776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terminal success bonus is the single most important missing component; without an explicit positive signal for reaching (0,0), gradient descent has no directional anchor.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4663440"/>
            <a:ext cx="8631936" cy="2743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467258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takeaway: Reward function complexity alone does not guarantee policy convergence; structure and signal design must match task difficulty.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109728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13144"/>
            <a:ext cx="8503920" cy="429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a successful landing agent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005840"/>
            <a:ext cx="2788920" cy="3291840"/>
          </a:xfrm>
          <a:prstGeom prst="rect">
            <a:avLst/>
          </a:prstGeom>
          <a:solidFill>
            <a:srgbClr val="1A2D44"/>
          </a:solidFill>
          <a:ln w="1016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005840"/>
            <a:ext cx="2788920" cy="6400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1042416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" y="1353312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755648"/>
            <a:ext cx="2569464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terminal bonus reward (+500 within 0.5 of pad)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all 3 reward variants with new signal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success rates before/after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27832" y="1005840"/>
            <a:ext cx="2788920" cy="3291840"/>
          </a:xfrm>
          <a:prstGeom prst="rect">
            <a:avLst/>
          </a:prstGeom>
          <a:solidFill>
            <a:srgbClr val="1A2D44"/>
          </a:solidFill>
          <a:ln w="1016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27832" y="1005840"/>
            <a:ext cx="2788920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27832" y="1042416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27832" y="1353312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1755648"/>
            <a:ext cx="2569464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curriculum (start close, expand range)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training to 500K–1M timesteps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plot training reward curves (not just evaluation)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9632" y="1005840"/>
            <a:ext cx="2788920" cy="3291840"/>
          </a:xfrm>
          <a:prstGeom prst="rect">
            <a:avLst/>
          </a:prstGeom>
          <a:solidFill>
            <a:srgbClr val="1A2D44"/>
          </a:solidFill>
          <a:ln w="1016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99632" y="1005840"/>
            <a:ext cx="2788920" cy="64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99632" y="1042416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99632" y="1353312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1755648"/>
            <a:ext cx="2569464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attitude control (2D orientation)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wind disturbance for robustness testing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benchmark: Su et al. multi-stage reward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4407408"/>
            <a:ext cx="8631936" cy="594360"/>
          </a:xfrm>
          <a:prstGeom prst="rect">
            <a:avLst/>
          </a:prstGeom>
          <a:solidFill>
            <a:srgbClr val="0A2A18"/>
          </a:solidFill>
          <a:ln w="1016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503731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Achieve &gt; 50% success rate with terminal bonus (V3+) within the same 100K timestep budget; validating the reward-gap hypothesis identified in this progress report.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will test whether the failure is due to signal design rather than model capacity.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1720</Words>
  <Application>Microsoft Office PowerPoint</Application>
  <PresentationFormat>On-screen Show (16:9)</PresentationFormat>
  <Paragraphs>212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Reward Function Design for RL-Based Rocket Landing</dc:title>
  <dc:subject>PptxGenJS Presentation</dc:subject>
  <dc:creator>Ayo-Oluwa Sodipe</dc:creator>
  <cp:lastModifiedBy>Ayo-oluwa Sodipe</cp:lastModifiedBy>
  <cp:revision>3</cp:revision>
  <dcterms:created xsi:type="dcterms:W3CDTF">2026-04-21T02:45:28Z</dcterms:created>
  <dcterms:modified xsi:type="dcterms:W3CDTF">2026-04-21T18:25:35Z</dcterms:modified>
</cp:coreProperties>
</file>